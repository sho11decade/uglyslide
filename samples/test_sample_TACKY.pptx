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gradFill rotWithShape="1">
            <a:gsLst>
              <a:gs pos="0">
                <a:srgbClr val="FF7F00"/>
              </a:gs>
              <a:gs pos="100000">
                <a:srgbClr val="FF007F"/>
              </a:gs>
            </a:gsLst>
            <a:lin scaled="0" ang="10800000"/>
          </a:gradFill>
        </p:spPr>
        <p:txBody>
          <a:bodyPr/>
          <a:lstStyle/>
          <a:p>
            <a:r>
              <a:rPr>
                <a:solidFill>
                  <a:srgbClr val="FF007F"/>
                </a:solidFill>
                <a:latin typeface="Papyrus"/>
              </a:rP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gradFill rotWithShape="1">
            <a:gsLst>
              <a:gs pos="0">
                <a:srgbClr val="FFFF00"/>
              </a:gs>
              <a:gs pos="100000">
                <a:srgbClr val="9400D3"/>
              </a:gs>
            </a:gsLst>
            <a:lin scaled="0" ang="18900000"/>
          </a:gradFill>
        </p:spPr>
        <p:txBody>
          <a:bodyPr/>
          <a:lstStyle/>
          <a:p>
            <a:r>
              <a:rPr>
                <a:solidFill>
                  <a:srgbClr val="FFFF00"/>
                </a:solidFill>
                <a:latin typeface="Curlz MT"/>
              </a:rPr>
              <a:t>It is imperative to note that, Testing file processing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